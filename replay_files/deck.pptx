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Research question and contribution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RQ: does a ~200-token definition-only glossary taken from the passage raise claim-level faithfulness over MedQuAD, vs an identical passage-only instruction?</a:t>
            </a:r>
          </a:p>
          <a:p>
            <a:pPr marL="342900" indent="-171450">
              <a:buChar char="•"/>
            </a:pPr>
            <a:r>
              <a:rPr lang="en-US" sz="2000"/>
              <a:t>Faithfulness = every factual claim in the answer is supported by the passage (project seed).</a:t>
            </a:r>
          </a:p>
          <a:p>
            <a:pPr marL="342900" indent="-171450">
              <a:buChar char="•"/>
            </a:pPr>
            <a:r>
              <a:rPr lang="en-US" sz="2000"/>
              <a:t>Fixed instruments from the seed: 30 MedQuAD items, Qwen2.5-7B-Instruct, temperature 0, ~200-token glossary.</a:t>
            </a:r>
          </a:p>
          <a:p>
            <a:pPr marL="342900" indent="-171450">
              <a:buChar char="•"/>
            </a:pPr>
            <a:r>
              <a:rPr lang="en-US" sz="2000"/>
              <a:t>Reframed contribution: confound accounting (glossary content vs prompt length/shape) - not the definition-injection question.</a:t>
            </a:r>
          </a:p>
          <a:p>
            <a:pPr marL="342900" indent="-171450">
              <a:buChar char="•"/>
            </a:pPr>
            <a:r>
              <a:rPr lang="en-US" sz="2000"/>
              <a:t>Deliverable: a reviewed experiment plan, not a measured result.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Gap scan: the bundled-treatment problem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Glossary-injection papers (DiPMT arXiv:2302.07856; medical-MT glossary arXiv:2408.16440) change four things at once: length, labelled section shape, topic priming, and definitions.</a:t>
            </a:r>
          </a:p>
          <a:p>
            <a:pPr marL="342900" indent="-171450">
              <a:buChar char="•"/>
            </a:pPr>
            <a:r>
              <a:rPr lang="en-US" sz="2000"/>
              <a:t>No length-matched or shape-matched placebo is reported - https://arxiv.org/abs/2302.07856</a:t>
            </a:r>
          </a:p>
          <a:p>
            <a:pPr marL="342900" indent="-171450">
              <a:buChar char="•"/>
            </a:pPr>
            <a:r>
              <a:rPr lang="en-US" sz="2000"/>
              <a:t>Length is not a null manipulation: input length alone costs 13.9-85% even with perfect retrieval, whitespace filler, and masked tokens - https://arxiv.org/abs/2510.05381</a:t>
            </a:r>
          </a:p>
          <a:p>
            <a:pPr marL="342900" indent="-171450">
              <a:buChar char="•"/>
            </a:pPr>
            <a:r>
              <a:rPr lang="en-US" sz="2000"/>
              <a:t>Faithfulness metrics (AttrScore arXiv:2305.06311, FActScore arXiv:2305.14251, RAGTruth arXiv:2401.00396, ALCE) treat prompt composition as fixed.</a:t>
            </a:r>
          </a:p>
          <a:p>
            <a:pPr marL="342900" indent="-171450">
              <a:buChar char="•"/>
            </a:pPr>
            <a:r>
              <a:rPr lang="en-US" sz="2000"/>
              <a:t>MedQuAD has no established faithfulness protocol and no prior baseline to replicate.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Hypotheses: H1 vs three named rivals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H1 (definitions): passage-derived glosses raise claim-support rate net of length, shape, and priming; effect concentrated on definition-relevant claims.</a:t>
            </a:r>
          </a:p>
          <a:p>
            <a:pPr marL="342900" indent="-171450">
              <a:buChar char="•"/>
            </a:pPr>
            <a:r>
              <a:rPr lang="en-US" sz="2000"/>
              <a:t>H2a LENGTH; H2b SHAPE/FORMAT; H2c PRIMING/SALIENCE (plus H4' conflict sub-case).</a:t>
            </a:r>
          </a:p>
          <a:p>
            <a:pPr marL="342900" indent="-171450">
              <a:buChar char="•"/>
            </a:pPr>
            <a:r>
              <a:rPr lang="en-US" sz="2000"/>
              <a:t>H2d attrition: rate rises while supported-claim count stays flat.</a:t>
            </a:r>
          </a:p>
          <a:p>
            <a:pPr marL="342900" indent="-171450">
              <a:buChar char="•"/>
            </a:pPr>
            <a:r>
              <a:rPr lang="en-US" sz="2000"/>
              <a:t>H2e null kept open - at n=30 this is a live rival, not a failure.</a:t>
            </a:r>
          </a:p>
          <a:p>
            <a:pPr marL="342900" indent="-171450">
              <a:buChar char="•"/>
            </a:pPr>
            <a:r>
              <a:rPr lang="en-US" sz="2000"/>
              <a:t>Pilot is an instrument for effect-size estimation and protocol validation, not a powered test; escalation only for a ~0.10-0.20 content effect with CI lower bound above 0.05.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Proposed design (as submitted)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Four arms per item: A passage-only; B passage-derived definition glossary; C length-matched neutral filler in same labelled block; D external-lexicon definitions of the same terms.</a:t>
            </a:r>
          </a:p>
          <a:p>
            <a:pPr marL="342900" indent="-171450">
              <a:buChar char="•"/>
            </a:pPr>
            <a:r>
              <a:rPr lang="en-US" sz="2000"/>
              <a:t>Item selection: MedQuAD XML subsets with retained answers; passage = the &lt;Answer&gt; text; 30 items stratified by jargon density; seeded sampling and hashed pre-registration.</a:t>
            </a:r>
          </a:p>
          <a:p>
            <a:pPr marL="342900" indent="-171450">
              <a:buChar char="•"/>
            </a:pPr>
            <a:r>
              <a:rPr lang="en-US" sz="2000"/>
              <a:t>Generation: pinned model revision, temperature 0, do_sample off, repo generation_config (T=0.7, RP=1.05) explicitly overridden, batch size 1, verbatim prompt logging.</a:t>
            </a:r>
          </a:p>
          <a:p>
            <a:pPr marL="342900" indent="-171450">
              <a:buChar char="•"/>
            </a:pPr>
            <a:r>
              <a:rPr lang="en-US" sz="2000"/>
              <a:t>Measurement: FActScore-style atomization, AttrScore-style binary support judge, NLI cross-check, RAGTruth error typing, human-verified subsample.</a:t>
            </a:r>
          </a:p>
          <a:p>
            <a:pPr marL="342900" indent="-171450">
              <a:buChar char="•"/>
            </a:pPr>
            <a:r>
              <a:rPr lang="en-US" sz="2000"/>
              <a:t>Analysis: per-item paired differences, item bootstrap CIs, decision table mapping outcomes to H1/H2a-e.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Reviewer verdict: major revision, do not execute as written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MUST FIX - Arm C contradicts itself: placeholder headwords import priming and change gloss syntactic type, so T3 is not a clean content-vs-length residual.</a:t>
            </a:r>
          </a:p>
          <a:p>
            <a:pPr marL="342900" indent="-171450">
              <a:buChar char="•"/>
            </a:pPr>
            <a:r>
              <a:rPr lang="en-US" sz="2000"/>
              <a:t>MUST FIX - Arm D cannot separate priming from contradiction: contradiction and priming are the same variable, and the primary rule is gated on seeing the confound.</a:t>
            </a:r>
          </a:p>
          <a:p>
            <a:pPr marL="342900" indent="-171450">
              <a:buChar char="•"/>
            </a:pPr>
            <a:r>
              <a:rPr lang="en-US" sz="2000"/>
              <a:t>MUST FIX - n=30 supports ~4-7 pp CI half-widths, but the decision table uses 5 pp null bands and 8 ordered conjunctive rules - most rules can never fire or fire on noise.</a:t>
            </a:r>
          </a:p>
          <a:p>
            <a:pPr marL="342900" indent="-171450">
              <a:buChar char="•"/>
            </a:pPr>
            <a:r>
              <a:rPr lang="en-US" sz="2000"/>
              <a:t>MUST FIX - No positive control and no base-rate gate: passing all nine internal-consistency gates is compatible with an insensitive instrument.</a:t>
            </a:r>
          </a:p>
          <a:p>
            <a:pPr marL="342900" indent="-171450">
              <a:buChar char="•"/>
            </a:pPr>
            <a:r>
              <a:rPr lang="en-US" sz="2000"/>
              <a:t>MUST FIX - Project documents disagree on item set (3 collections vs NIDDK), arm naming, and QA vs passage-grounded restatement framing.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Required revisions before execution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Reconcile arm C: add a dedicated length-vs-shape arm or retreat from 'confound accounting' to a narrower honest claim; re-hash the arm set.</a:t>
            </a:r>
          </a:p>
          <a:p>
            <a:pPr marL="342900" indent="-171450">
              <a:buChar char="•"/>
            </a:pPr>
            <a:r>
              <a:rPr lang="en-US" sz="2000"/>
              <a:t>Demote or sense-match arm D; define and cost the contradiction-coding protocol, or state the plan does not identify priming.</a:t>
            </a:r>
          </a:p>
          <a:p>
            <a:pPr marL="342900" indent="-171450">
              <a:buChar char="•"/>
            </a:pPr>
            <a:r>
              <a:rPr lang="en-US" sz="2000"/>
              <a:t>Add a positive-control contrast and a base-rate gate; draw the human calibration subsample independently of the judge's label.</a:t>
            </a:r>
          </a:p>
          <a:p>
            <a:pPr marL="342900" indent="-171450">
              <a:buChar char="•"/>
            </a:pPr>
            <a:r>
              <a:rPr lang="en-US" sz="2000"/>
              <a:t>One pre-registered primary contrast with one estimator and a CI on the difference; report achieved half-width and MDE as the pilot headline.</a:t>
            </a:r>
          </a:p>
          <a:p>
            <a:pPr marL="342900" indent="-171450">
              <a:buChar char="•"/>
            </a:pPr>
            <a:r>
              <a:rPr lang="en-US" sz="2000"/>
              <a:t>Align all documents, narrow the framing to what was sampled, complete the truncated sections, hash the reconciled prereg.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What is accepted today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000"/>
              <a:t>All four work items are complete: gap scan, hypothesis set, experiment design, adversarial methods review.</a:t>
            </a:r>
          </a:p>
          <a:p>
            <a:pPr marL="342900" indent="-171450">
              <a:buChar char="•"/>
            </a:pPr>
            <a:r>
              <a:rPr lang="en-US" sz="2000"/>
              <a:t>The plan is NOT accepted for execution - it is accepted as a reviewed plan with blocking revisions carried forward.</a:t>
            </a:r>
          </a:p>
          <a:p>
            <a:pPr marL="342900" indent="-171450">
              <a:buChar char="•"/>
            </a:pPr>
            <a:r>
              <a:rPr lang="en-US" sz="2000"/>
              <a:t>No measured result is claimed; nothing here is evidence for or against a glossary effect.</a:t>
            </a:r>
          </a:p>
          <a:p>
            <a:pPr marL="342900" indent="-171450">
              <a:buChar char="•"/>
            </a:pPr>
            <a:r>
              <a:rPr lang="en-US" sz="2000"/>
              <a:t>Next decision: whether to revise the arm set (more arms per item, re-powering) or to narrow the contribution - that is a PI call, not an executor call.</a:t>
            </a:r>
          </a:p>
        </p:txBody>
      </p:sp>
    </p:spTree>
  </p:cSld>
</p:sld>
</file>

<file path=ppt/theme/theme1.xml><?xml version="1.0" encoding="utf-8"?>
<a:theme xmlns:a="http://schemas.openxmlformats.org/drawingml/2006/main" name="Termitaria">
  <a:themeElements>
    <a:clrScheme name="Termitaria">
      <a:dk1>
        <a:sysClr val="windowText" lastClr="000000"/>
      </a:dk1>
      <a:lt1>
        <a:sysClr val="window" lastClr="FFFFFF"/>
      </a:lt1>
      <a:dk2>
        <a:srgbClr val="1F4E79"/>
      </a:dk2>
      <a:lt2>
        <a:srgbClr val="E7EEF5"/>
      </a:lt2>
      <a:accent1>
        <a:srgbClr val="1F4E79"/>
      </a:accent1>
      <a:accent2>
        <a:srgbClr val="4FAE4E"/>
      </a:accent2>
      <a:accent3>
        <a:srgbClr val="C45911"/>
      </a:accent3>
      <a:accent4>
        <a:srgbClr val="7030A0"/>
      </a:accent4>
      <a:accent5>
        <a:srgbClr val="00B0F0"/>
      </a:accent5>
      <a:accent6>
        <a:srgbClr val="FFC000"/>
      </a:accent6>
      <a:hlink>
        <a:srgbClr val="0563C1"/>
      </a:hlink>
      <a:folHlink>
        <a:srgbClr val="954F72"/>
      </a:folHlink>
    </a:clrScheme>
    <a:fontScheme name="Termitari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ermitar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7</Slides>
  <Application>Termitaria</Application>
</Properties>
</file>

<file path=docProps/core.xml><?xml version="1.0" encoding="utf-8"?>
<cp:coreProperties xmlns:cp="http://schemas.openxmlformats.org/package/2006/metadata/core-properties" xmlns:dc="http://purl.org/dc/elements/1.1/">
  <dc:title>Definition-Only Glossary vs Passage-Only: Reviewed Experiment Plan (MedQuAD / Qwen2.5-7B-Instruct)</dc:title>
  <dc:creator>Termitaria</dc:creator>
</cp:coreProperties>
</file>